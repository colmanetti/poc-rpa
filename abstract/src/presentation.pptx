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5" r:id="rId1"/>
  </p:sldMasterIdLst>
  <p:sldIdLst>
    <p:sldId id="257" r:id="rId2"/>
    <p:sldId id="266" r:id="rId3"/>
    <p:sldId id="267" r:id="rId4"/>
    <p:sldId id="276" r:id="rId5"/>
    <p:sldId id="278" r:id="rId6"/>
    <p:sldId id="277" r:id="rId7"/>
    <p:sldId id="27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1C0A0-DED3-4C42-A144-0DAAEC144290}" v="52" dt="2020-03-15T20:46:13.361"/>
    <p1510:client id="{624058BE-6B83-43D8-AF35-76E49D804358}" v="13" dt="2020-03-15T20:50:35.848"/>
    <p1510:client id="{641D99DB-7A58-485A-9C9C-BED622347439}" v="1410" dt="2020-03-18T11:08:05.903"/>
    <p1510:client id="{690066A7-D611-4772-9D5A-18779F0EC2FE}" v="39" dt="2020-03-02T14:28:27.797"/>
    <p1510:client id="{6D5540EF-A0DB-4AAC-BAEC-97B594041DEE}" v="1844" dt="2020-03-15T20:29:14.118"/>
    <p1510:client id="{933DFE8E-BE6C-405D-BDF1-7A910C83B435}" v="39" dt="2020-03-17T14:24:50.617"/>
    <p1510:client id="{9A02ACAB-1B29-43F7-B1CF-1903A9F3B40F}" v="773" dt="2020-03-02T13:51:37.770"/>
    <p1510:client id="{AFD1A586-CE8E-4648-9497-4B79E9D5764B}" v="76" dt="2020-03-15T21:00:52.271"/>
    <p1510:client id="{B34778DF-B8A6-434E-9019-B34FF0CC695B}" v="176" dt="2020-03-16T11:38:50.221"/>
    <p1510:client id="{BC10859F-3747-45EB-83A0-9F10537815C5}" v="577" dt="2020-03-18T13:24:37.893"/>
    <p1510:client id="{F751970D-A79A-4857-8E90-32EF47D86081}" v="23" dt="2020-03-15T20:57:20.038"/>
    <p1510:client id="{FAB933BE-D0AF-4E7F-88DB-16FC50684075}" v="518" dt="2020-03-02T12:13:23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5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633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5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23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03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24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4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33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3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97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10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248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5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572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3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57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80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66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687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  <p:sldLayoutId id="2147483930" r:id="rId15"/>
    <p:sldLayoutId id="2147483931" r:id="rId16"/>
    <p:sldLayoutId id="21474839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29DDE5-60FD-427E-AB5E-69FFF480A744}"/>
              </a:ext>
            </a:extLst>
          </p:cNvPr>
          <p:cNvSpPr txBox="1"/>
          <p:nvPr/>
        </p:nvSpPr>
        <p:spPr>
          <a:xfrm>
            <a:off x="1848437" y="2182505"/>
            <a:ext cx="8495125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dirty="0"/>
              <a:t>RPA</a:t>
            </a:r>
          </a:p>
          <a:p>
            <a:pPr algn="ctr"/>
            <a:endParaRPr lang="en-US" sz="6000" dirty="0"/>
          </a:p>
          <a:p>
            <a:pPr algn="ctr"/>
            <a:r>
              <a:rPr lang="pt-BR" sz="3600" dirty="0">
                <a:cs typeface="Calibri"/>
              </a:rPr>
              <a:t>Estudo de otimização</a:t>
            </a:r>
          </a:p>
        </p:txBody>
      </p:sp>
    </p:spTree>
    <p:extLst>
      <p:ext uri="{BB962C8B-B14F-4D97-AF65-F5344CB8AC3E}">
        <p14:creationId xmlns:p14="http://schemas.microsoft.com/office/powerpoint/2010/main" val="2486445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5C819037-A607-4A7B-ADF1-B04516199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F8C668FA-2417-47B5-B454-2D55FC17F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97FEBA57-8992-46BB-BCF0-5A83FE8E0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2B4CDDF6-55C3-415A-8D8B-7E03C3D6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7A83C39-86B3-9045-B481-5F72B69EB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67689" y="496806"/>
            <a:ext cx="9453445" cy="586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7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63A5D-F8BF-564C-A52B-1DA2A7678B9E}"/>
              </a:ext>
            </a:extLst>
          </p:cNvPr>
          <p:cNvSpPr txBox="1"/>
          <p:nvPr/>
        </p:nvSpPr>
        <p:spPr>
          <a:xfrm>
            <a:off x="1848437" y="335417"/>
            <a:ext cx="84951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BR" sz="2400" dirty="0">
                <a:cs typeface="Calibri"/>
              </a:rPr>
              <a:t>Oportunidade de melhoria</a:t>
            </a:r>
            <a:endParaRPr lang="pt-BR" sz="2400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44813-8D08-A242-82EE-913885E937E4}"/>
              </a:ext>
            </a:extLst>
          </p:cNvPr>
          <p:cNvSpPr txBox="1"/>
          <p:nvPr/>
        </p:nvSpPr>
        <p:spPr>
          <a:xfrm>
            <a:off x="1848437" y="1036457"/>
            <a:ext cx="930447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BR" sz="2000" dirty="0">
                <a:cs typeface="Calibri"/>
              </a:rPr>
              <a:t>O fluxo ocorre de forma imperativa. Quando a etapa de extração demora a retornar, o robô fica ocioso aguardando uma resposta, para só então prosseguir com a automação.</a:t>
            </a:r>
          </a:p>
        </p:txBody>
      </p:sp>
    </p:spTree>
    <p:extLst>
      <p:ext uri="{BB962C8B-B14F-4D97-AF65-F5344CB8AC3E}">
        <p14:creationId xmlns:p14="http://schemas.microsoft.com/office/powerpoint/2010/main" val="83762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63A5D-F8BF-564C-A52B-1DA2A7678B9E}"/>
              </a:ext>
            </a:extLst>
          </p:cNvPr>
          <p:cNvSpPr txBox="1"/>
          <p:nvPr/>
        </p:nvSpPr>
        <p:spPr>
          <a:xfrm>
            <a:off x="1848437" y="335417"/>
            <a:ext cx="84951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BR" sz="2400" dirty="0">
                <a:cs typeface="Calibri"/>
              </a:rPr>
              <a:t>Proposta</a:t>
            </a:r>
            <a:endParaRPr lang="pt-BR" sz="2400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44813-8D08-A242-82EE-913885E937E4}"/>
              </a:ext>
            </a:extLst>
          </p:cNvPr>
          <p:cNvSpPr txBox="1"/>
          <p:nvPr/>
        </p:nvSpPr>
        <p:spPr>
          <a:xfrm>
            <a:off x="1848437" y="1036457"/>
            <a:ext cx="930447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BR" sz="2000" dirty="0">
                <a:cs typeface="Calibri"/>
              </a:rPr>
              <a:t>Introdução de uma camada entre o robô e a extração, de forma que o fluxo ocorra de forma reativa ou por cache, evitando que o robô fique ocioso.</a:t>
            </a:r>
          </a:p>
        </p:txBody>
      </p:sp>
    </p:spTree>
    <p:extLst>
      <p:ext uri="{BB962C8B-B14F-4D97-AF65-F5344CB8AC3E}">
        <p14:creationId xmlns:p14="http://schemas.microsoft.com/office/powerpoint/2010/main" val="350654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63A5D-F8BF-564C-A52B-1DA2A7678B9E}"/>
              </a:ext>
            </a:extLst>
          </p:cNvPr>
          <p:cNvSpPr txBox="1"/>
          <p:nvPr/>
        </p:nvSpPr>
        <p:spPr>
          <a:xfrm>
            <a:off x="1848437" y="335417"/>
            <a:ext cx="84951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BR" sz="2400" dirty="0">
                <a:cs typeface="Calibri"/>
              </a:rPr>
              <a:t>Restrição</a:t>
            </a:r>
            <a:endParaRPr lang="pt-BR" sz="2400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44813-8D08-A242-82EE-913885E937E4}"/>
              </a:ext>
            </a:extLst>
          </p:cNvPr>
          <p:cNvSpPr txBox="1"/>
          <p:nvPr/>
        </p:nvSpPr>
        <p:spPr>
          <a:xfrm>
            <a:off x="1848437" y="1036457"/>
            <a:ext cx="93044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BR" sz="2000" dirty="0">
                <a:cs typeface="Calibri"/>
              </a:rPr>
              <a:t>Os projetos de automação possem curto prazo de entrega.</a:t>
            </a:r>
          </a:p>
          <a:p>
            <a:pPr algn="just"/>
            <a:endParaRPr lang="en-BR" sz="2000" dirty="0">
              <a:cs typeface="Calibri"/>
            </a:endParaRPr>
          </a:p>
          <a:p>
            <a:pPr algn="just"/>
            <a:r>
              <a:rPr lang="en-BR" sz="2000" dirty="0">
                <a:cs typeface="Calibri"/>
              </a:rPr>
              <a:t>A arquitetura da nova camada deve focar em agilidade no deploy de novos fluxos.</a:t>
            </a:r>
          </a:p>
        </p:txBody>
      </p:sp>
    </p:spTree>
    <p:extLst>
      <p:ext uri="{BB962C8B-B14F-4D97-AF65-F5344CB8AC3E}">
        <p14:creationId xmlns:p14="http://schemas.microsoft.com/office/powerpoint/2010/main" val="52465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5C819037-A607-4A7B-ADF1-B04516199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F8C668FA-2417-47B5-B454-2D55FC17F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97FEBA57-8992-46BB-BCF0-5A83FE8E0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2B4CDDF6-55C3-415A-8D8B-7E03C3D6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7A83C39-86B3-9045-B481-5F72B69EB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12312" y="509864"/>
            <a:ext cx="7564199" cy="583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01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819037-A607-4A7B-ADF1-B04516199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8C668FA-2417-47B5-B454-2D55FC17F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FEBA57-8992-46BB-BCF0-5A83FE8E0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B4CDDF6-55C3-415A-8D8B-7E03C3D6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5F1EC-1052-B840-BD61-AB2B31D28F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49" y="876828"/>
            <a:ext cx="10096502" cy="510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5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97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Amsterdam Luis de Lima Filho</dc:creator>
  <cp:lastModifiedBy>Amsterdam Luis de Lima Filho</cp:lastModifiedBy>
  <cp:revision>5</cp:revision>
  <dcterms:created xsi:type="dcterms:W3CDTF">2020-10-09T11:54:14Z</dcterms:created>
  <dcterms:modified xsi:type="dcterms:W3CDTF">2020-10-14T17:51:35Z</dcterms:modified>
</cp:coreProperties>
</file>